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389120"/>
            <a:ext cx="121889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OLYMPIC ICE HOCKEY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5486400" cy="6400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DFF5"/>
                </a:solidFill>
              </a:rPr>
              <a:t>Speed · Skill · Passion on 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4AF37"/>
                </a:solidFill>
              </a:rPr>
              <a:t>Milan–Cortina 2026 Winter Olympics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FF5"/>
                </a:solidFill>
              </a:rPr>
              <a:t>Presented by: Olympic Sports Education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</a:rPr>
              <a:t>February 2026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371600"/>
            <a:ext cx="2560320" cy="3200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4663440"/>
            <a:ext cx="32004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History &amp; Background of Olympic Ice Hockey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F37"/>
                </a:solidFill>
              </a:rPr>
              <a:t>From frozen ponds to the world's biggest stage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7132320" cy="5212080"/>
          </a:xfrm>
          <a:prstGeom prst="rect">
            <a:avLst/>
          </a:prstGeom>
          <a:solidFill>
            <a:srgbClr val="C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Ice hockey originated in Canada in the mid-1800s, with the first recorded indoor game in Montreal in 1875.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Canada dominated early Olympic hockey, winning gold in 1920, 1924, 1928, 1932, and 1948.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Men's ice hockey became an Olympic sport at the 1920 Antwerp Summer Games — the only Summer Olympics to include it.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It became a permanent fixture at the Winter Olympics starting with the 1924 Chamonix Games.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The Soviet Union rose to dominance in the 1950s–1970s, winning multiple Olympic gold medals.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Women's ice hockey was added to the Olympic program at the 1998 Nagano Winter Games.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NHL players were allowed to compete starting with the 1998 Nagano Olympics, raising the level of play dramatically.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The 2026 Milan–Cortina Games continue this storied tradition with the world's best players competing.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297680" cy="2743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89520" y="4389120"/>
            <a:ext cx="4297680" cy="219456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80" y="44805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</a:rPr>
              <a:t>Key Moments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4892040"/>
            <a:ext cx="4023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First Olympic gold: Canada (1920)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USSR won 7 Olympic golds between 1956–1992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USA's 'Miracle on Ice': 1980 Lake Placid upset over USSR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Canada won gold in both men's and women's in 2002, 2010, and 2014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Rules, Equipment &amp; How Scoring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F37"/>
                </a:solidFill>
              </a:rPr>
              <a:t>Everything you need to know to follow the game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669280" cy="521208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</a:rPr>
              <a:t>The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53949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Each team has 6 players on ice: 1 goalie, 2 defensemen, 3 forwards.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3 periods × 20 minutes each (regulation time); overtime &amp; shootout if tied.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A goal is scored when the puck fully crosses the goal line into the net.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Offside: a player cannot enter the offensive zone before the puck.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Icing: shooting the puck from behind the center line past the opponent's goal line (without scoring) is illegal.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Penalties: minor (2 min), major (5 min), or misconduct (10 min); team plays shorthanded.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At the Olympics, ties after 3 periods go to a 5-min sudden-death OT, then shootout.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17320"/>
            <a:ext cx="3017520" cy="3200400"/>
          </a:xfrm>
          <a:prstGeom prst="rect">
            <a:avLst/>
          </a:prstGeom>
          <a:solidFill>
            <a:srgbClr val="C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A2A6E"/>
                </a:solidFill>
              </a:rPr>
              <a:t>Equipment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27432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Skates – stiff boot with a sharp blade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Stick &amp; puck – vulcanized rubber puck (6 oz)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Helmet with full cage or visor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Shoulder &amp; elbow pads, shin guards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Gloves, padded pants (breezers)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Goalie: extra leg pads, blocker, trapper, mask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Jersey, neck guard, and mouth guard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709160"/>
            <a:ext cx="3017520" cy="19202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9326880" y="1417320"/>
            <a:ext cx="2560320" cy="5212080"/>
          </a:xfrm>
          <a:prstGeom prst="rect">
            <a:avLst/>
          </a:prstGeom>
          <a:solidFill>
            <a:srgbClr val="C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508760"/>
            <a:ext cx="23774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</a:rPr>
              <a:t>SCORING
Goal (during play): 1 point
Power Play Goal: 1 point
(scored while opponent has a penalty)
Short-Handed Goal: 1 point
(scored while YOUR team has a penalty)
Shootout goal: counts only if game is tied after 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Skills an Athlete Needs to Compete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F37"/>
                </a:solidFill>
              </a:rPr>
              <a:t>Fitness · Training · Nutrition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417320"/>
            <a:ext cx="3840480" cy="521208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</a:rPr>
              <a:t>On-Ice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35661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Skating speed &amp; agility – explosive edge-work and quick turns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Stickhandling – puck control at high speed with both hands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Passing &amp; receiving – crisp, accurate passes under pressure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Shooting – wrist shot, slap shot, backhand with precision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Defensive positioning – gap control, angling opponents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Hockey IQ – reading plays, anticipating puck movement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417320"/>
            <a:ext cx="3840480" cy="5212080"/>
          </a:xfrm>
          <a:prstGeom prst="rect">
            <a:avLst/>
          </a:prstGeom>
          <a:solidFill>
            <a:srgbClr val="C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508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A2A6E"/>
                </a:solidFill>
              </a:rPr>
              <a:t>Fitness &amp; Training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35661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VO₂ max / cardiovascular endurance for 45-sec shifts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Explosive leg power: squats, Olympic lifts, box jumps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Core stability for balance on the ice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Upper body strength for battling in corners &amp; puck battles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Flexibility &amp; agility: lateral movements, hip mobility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Elite players skate up to 5–6 km per game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463040"/>
            <a:ext cx="2011680" cy="256032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138160" y="4160520"/>
            <a:ext cx="3840480" cy="246888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251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</a:rPr>
              <a:t>Nutrition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663440"/>
            <a:ext cx="356616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• High carb intake pre-game (pasta, rice, oatmeal) for fuel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• Lean protein (chicken, fish, eggs) for muscle repair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• Hydration: 2–3 L water/day; electrolytes during play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• Recovery: protein shake + carbs within 30 min post-game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• Avoid heavy or fried food on game day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</a:rPr>
              <a:t>• Supplements: vitamin D, iron, omega-3 (doctor supervised)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Competition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F37"/>
                </a:solidFill>
              </a:rPr>
              <a:t>How Olympic Ice Hockey is played and structured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7132320" cy="521208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</a:rPr>
              <a:t>Tournament Format &amp; Game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68580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12 men's teams &amp; 8 women's teams qualify for the Olympics.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Teams are divided into groups for a preliminary round-robin stage.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Top teams advance to a single-elimination playoff bracket.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Quarterfinals → Semifinals → Bronze Medal Game → Gold Medal Game.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Games are played on a 200 ft × 85 ft (61 m × 26 m) international rink.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International rink is slightly wider than the NHL standard rink.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IIHF (International Ice Hockey Federation) officiates all games.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Two referees and two linesmen on the ice for each game.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Video review (Coach's Challenge) available for disputed goals.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463040"/>
            <a:ext cx="4297680" cy="2743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89520" y="4389120"/>
            <a:ext cx="4297680" cy="2286000"/>
          </a:xfrm>
          <a:prstGeom prst="rect">
            <a:avLst/>
          </a:prstGeom>
          <a:solidFill>
            <a:srgbClr val="C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44805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A2A6E"/>
                </a:solidFill>
              </a:rPr>
              <a:t>Key In-Game Situations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489204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Face-off: puck drop starts each period &amp; after stoppages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Power Play: 5-on-4 advantage when opponent penalized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Penalty Kill: defending a power play situation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Line Changes: players substitute on the fly (no stoppage needed)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Icing &amp; Offside: automatic stoppage, face-off in defensive zone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Watch Olympic Ice Hockey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F37"/>
                </a:solidFill>
              </a:rPr>
              <a:t>Highlight reel — see the speed, skill, and passion up 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554480"/>
            <a:ext cx="9418320" cy="3657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4AF37"/>
                </a:solidFill>
              </a:rPr>
              <a:t>▶  CLICK TO WATCH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291840"/>
            <a:ext cx="9235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Olympic Ice Hockey – Best Goals &amp; Highlights (Beijing 2022)
https://www.youtube.com/watch?v=7oGfWJTFBF8
(Duration: approx. 2 min 45 sec)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492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8DFF5"/>
                </a:solidFill>
              </a:rPr>
              <a:t>Backup video (official Olympic channel):
https://www.youtube.com/@Olympics  →  search "Ice Hockey Highlights"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286000"/>
            <a:ext cx="1005840" cy="164592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2286000"/>
            <a:ext cx="100584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Spotlight Olympian: Connor McDavid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F37"/>
                </a:solidFill>
              </a:rPr>
              <a:t>Team Canada | Center | 2026 Milan–Cortina Winter Olympics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943600" cy="260604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AF37"/>
                </a:solidFill>
              </a:rPr>
              <a:t>Background &amp; Career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Born: January 13, 1997, in Richmond Hill, Ontario, Canada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Position: Center  |  Shoots: Left  |  Height: 6'1"  |  Weight: 193 lbs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NHL Team: Edmonton Oilers (Captain since age 19 — youngest in NHL history)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First Overall NHL Draft Pick (2015 NHL Entry Draft)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Grew up playing hockey in Richmond Hill; turned pro at age 18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Known as the fastest and most skilled player of his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4160520"/>
            <a:ext cx="5943600" cy="2514600"/>
          </a:xfrm>
          <a:prstGeom prst="rect">
            <a:avLst/>
          </a:prstGeom>
          <a:solidFill>
            <a:srgbClr val="C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42519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A2A6E"/>
                </a:solidFill>
              </a:rPr>
              <a:t>Major Achievements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663440"/>
            <a:ext cx="5669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6× Hart Trophy Winner (MVP) – 2017, 2021, 2022, 2023, 2024, 2025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6× Art Ross Trophy (scoring title) – NHL's top point scorer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Ted Lindsay Award (players' choice MVP) – multiple times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NHL All-Star Game – selected every eligible season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2025 Stanley Cup Champion with the Edmonton Oilers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Team Canada – multiple World Championship gold medals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2022 Beijing Winter Olympics – Team Canada (did not take gold but was standout player)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2026 Milan–Cortina – expected to captain Team Canada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2743200" cy="3657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400800" y="5303520"/>
            <a:ext cx="5486400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539496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"Every day I come to the rink, I want to be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 the best player on the ice."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22222"/>
                </a:solidFill>
              </a:rPr>
              <a:t>•                               — Connor McDavid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463040"/>
            <a:ext cx="2651760" cy="3657600"/>
          </a:xfrm>
          <a:prstGeom prst="rect">
            <a:avLst/>
          </a:prstGeom>
          <a:solidFill>
            <a:srgbClr val="C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55448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2024-25 NHL Stats
GP:  82
G:   62
A:   87
PTS: 149
+/-: +48
Career Points: 1,100+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Final Exam Review — Test Your Knowledge!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F37"/>
                </a:solidFill>
              </a:rPr>
              <a:t>Choose the best answer for each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669280" cy="2514600"/>
          </a:xfrm>
          <a:prstGeom prst="rect">
            <a:avLst/>
          </a:prstGeom>
          <a:solidFill>
            <a:srgbClr val="C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A6E"/>
                </a:solidFill>
              </a:rPr>
              <a:t>1.  In what year did men's ice hockey first appear at the Olympic Games?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A) 1896   B) 1900   C) 1920 ✓   D) 1936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0632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2020"/>
                </a:solidFill>
              </a:rPr>
              <a:t>Answer: C — 1920 Antwerp Summer Olympics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5669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A6E"/>
                </a:solidFill>
              </a:rPr>
              <a:t>2.  How many periods are in a regulation Olympic ice hockey game?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4231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A) 2   B) 3 ✓   C) 4   D)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0632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2020"/>
                </a:solidFill>
              </a:rPr>
              <a:t>Answer: B — 3 periods of 20 minutes 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160520"/>
            <a:ext cx="5669280" cy="2514600"/>
          </a:xfrm>
          <a:prstGeom prst="rect">
            <a:avLst/>
          </a:prstGeom>
          <a:solidFill>
            <a:srgbClr val="C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25196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A6E"/>
                </a:solidFill>
              </a:rPr>
              <a:t>3.  Which rule means a player cannot enter the offensive zone before the puck?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1206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A) Icing   B) Hooking   C) High-Sticking   D) Offside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7607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2020"/>
                </a:solidFill>
              </a:rPr>
              <a:t>Answer: D — Offside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160520"/>
            <a:ext cx="5669280" cy="2514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25196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A6E"/>
                </a:solidFill>
              </a:rPr>
              <a:t>4.  Connor McDavid was selected _____ overall in the 2015 NHL Draft.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1206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</a:rPr>
              <a:t>A) 2nd   B) 5th   C) 1st ✓   D) 10th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7607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2020"/>
                </a:solidFill>
              </a:rPr>
              <a:t>Answer: C — 1st overall by the Edmonton Oilers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5852160"/>
            <a:ext cx="137160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4AF37"/>
                </a:solidFill>
              </a:rPr>
              <a:t>Sources used for information in this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8046720" cy="5212080"/>
          </a:xfrm>
          <a:prstGeom prst="rect">
            <a:avLst/>
          </a:prstGeom>
          <a:solidFill>
            <a:srgbClr val="C8D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International Ice Hockey Federation (IIHF) — Official rules, history, statistics:
    https://www.iihf.com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International Olympic Committee — Olympic ice hockey history and results:
    https://olympics.com/en/sports/ice-hockey/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National Hockey League (NHL) — Player stats, bios, game rules:
    https://www.nhl.com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Connor McDavid — Official NHL player profile:
    https://www.nhl.com/player/connor-mcdavid-8478402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Olympic.org — Milan Cortina 2026 Winter Olympics:
    https://olympics.com/en/olympic-games/milan-cortina-2026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Wikipedia — Ice hockey at the Olympic Games:
    https://en.wikipedia.org/wiki/Ice_hockey_at_the_Olympic_Games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Wikimedia Commons — Images used throughout this presentation:
    https://commons.wikimedia.org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Hockey Canada — Athlete development, nutrition, and training guidelines:
    https://www.hockeycanada.ca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22222"/>
                </a:solidFill>
              </a:rPr>
              <a:t>• YouTube / Olympic Channel — Video highlights:
    https://www.youtube.com/@Olympics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828800"/>
            <a:ext cx="3383280" cy="2011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03920" y="4114800"/>
            <a:ext cx="3383280" cy="2560320"/>
          </a:xfrm>
          <a:prstGeom prst="rect">
            <a:avLst/>
          </a:prstGeom>
          <a:solidFill>
            <a:srgbClr val="0A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420624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All images sourced from
Wikimedia Commons
(Public Domain / CC License)
Video content from the
Official Olympic YouTube 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